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1" r:id="rId2"/>
    <p:sldId id="262" r:id="rId3"/>
    <p:sldId id="263" r:id="rId4"/>
    <p:sldId id="268" r:id="rId5"/>
    <p:sldId id="260" r:id="rId6"/>
    <p:sldId id="264" r:id="rId7"/>
    <p:sldId id="265" r:id="rId8"/>
    <p:sldId id="269" r:id="rId9"/>
    <p:sldId id="27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8"/>
    <p:restoredTop sz="94665"/>
  </p:normalViewPr>
  <p:slideViewPr>
    <p:cSldViewPr snapToGrid="0">
      <p:cViewPr>
        <p:scale>
          <a:sx n="190" d="100"/>
          <a:sy n="190" d="100"/>
        </p:scale>
        <p:origin x="2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C543D-4D58-4B45-8EF5-3E2793E68BF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B5DDE3-583D-9B40-A1BA-6247D27CFF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79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calibration for the cloud mask function. Potential addition: histograms, curves for the ice/water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196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 of the discriminate ice-water function, uses the training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56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Overlay of reference shapes, testing 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419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Distance-morph-split 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995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E0CCD-2AFA-14CE-D82D-173FE859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608E8-F74E-CF54-33E8-2326805E6A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D80CE-4FD7-2A42-CD09-55DF69F0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151D-270B-0EA9-9BFB-3E9D39919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4019B-452C-9AB8-3641-5E463E7EB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F67A1-10E4-C08C-A365-91D94CEA8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8085-7BD6-E50A-4912-2EF24EB4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94B082-81E0-16A4-18AD-8A333C2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D3F2C-7F42-4AFA-A8D1-60DDBDF01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8FD7CA-D901-CA0C-C5D1-22139B1AC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5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54595-4194-C4BF-CC41-648C83F8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F699E-DB50-1827-80E2-3C57BF177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B0F26-EEF0-987B-E543-4673E25F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ECF2B-C4EB-51C9-0600-A4851807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F522B-A584-3957-82FB-9A475154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35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B02DD-F0C6-6934-ACEF-3C06846FD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4233C-345F-EB65-2985-3AADF6E76F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E0C8ED-436A-E39E-80CB-9D176871B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F9A42E-0FAC-6A28-26F7-F3604455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662E5E-43EC-61B6-2D2D-CC57A7555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4492DC-50EF-ED4E-0CF3-4675E5841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82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D97FD-A887-BE19-2C7B-8C934C12C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D767B-5B38-15E5-9D27-E07201376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1FD6B-CFD7-8E44-8BF2-A1A257E02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9113A-95F9-860D-74E5-4CCC09B728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50042C-8CE4-8454-0E60-955E56CC3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F4F53-DC67-19C4-DD67-4462BB48F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102A2B-E8A4-D4A4-8D68-A21713F09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DA91CB-2D70-72A6-20EB-BC649CDAB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954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63C8C-2A54-A9FF-216D-08675449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9D9AEF-74C3-AFA9-1DF2-42EC55E32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5B3ADB-4F40-568F-D3EB-7099B028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2994D-04DA-E91D-C38F-526F6DA40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2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F75016-A809-6534-48CE-784089E1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1A76F-6FAC-CE39-D6B4-2FFD1AC46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16356-CB4E-06B9-AB25-F3BAEA76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176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8D1D1-7E68-3AC3-CC1D-F7A201479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6061F-9A6A-C62A-99DA-223C8A4E0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B888F-6C70-BB0A-D8B4-5156C0F3AE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67D9C-9454-46DB-9B9B-C87E5C6FA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C9C18C-B27C-088D-7513-6A1DAF434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F4DEDE-F2CD-3F64-2B0D-610291C33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6FEE-DE8D-4603-DE1C-CDD1AA8CC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02640F-1B49-3475-2C31-1779F80CCA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25B7B-D1B3-D708-0118-5BE7146D6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29F12-C3A9-48DF-B2D8-9FA911FE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E7AD6-98D6-4502-F054-DC40C8D11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1F0A53-0A39-D74C-C5A0-A0D56BEA6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25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D258-BC5F-A9DD-155E-C49013220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0953B-A800-831C-1DC4-00435326A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DF92C-09A6-1B2D-F4A2-5288CC2A2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38F3F-1513-B3C7-DFA4-060F584F2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13ADD-6226-E7B3-A91F-FA2B416D9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50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A62485-A507-F8C0-1154-E922A907FC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19695-8777-ADC4-CF64-3FBB79572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FA1B2-F3AD-EDE8-6278-DB161095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11E-0BFB-7BE4-494B-32EEFB398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1A3DC-B6CA-EDB3-25A8-75A56ED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38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4E14D4-EF7C-41EB-F3F8-2DF23644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F4E64-6429-87D4-134A-CA9CAD0DF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CC005-1198-406E-2D77-05E54CAE27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B5F9FC-59F7-0A4E-8D01-3B16729FDBC8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383EF-35CD-E19B-4332-D43A6D411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53F10-ED56-B665-638B-C3C68040F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7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1C01E0-AECE-DBE2-0506-374C34E64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928" y="1144877"/>
            <a:ext cx="3450143" cy="45682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028A52-9630-0DEF-7046-680033A2959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</a:t>
            </a:r>
          </a:p>
        </p:txBody>
      </p:sp>
    </p:spTree>
    <p:extLst>
      <p:ext uri="{BB962C8B-B14F-4D97-AF65-F5344CB8AC3E}">
        <p14:creationId xmlns:p14="http://schemas.microsoft.com/office/powerpoint/2010/main" val="391538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A14417-D2D2-DFA9-3115-4E7F3772C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1600200"/>
            <a:ext cx="5486400" cy="3657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5234CF-D6CB-A695-B654-D52E62E9BAA2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2</a:t>
            </a:r>
          </a:p>
        </p:txBody>
      </p:sp>
    </p:spTree>
    <p:extLst>
      <p:ext uri="{BB962C8B-B14F-4D97-AF65-F5344CB8AC3E}">
        <p14:creationId xmlns:p14="http://schemas.microsoft.com/office/powerpoint/2010/main" val="2491749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F39563-715B-5188-53EA-52F4DBBAC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34440"/>
            <a:ext cx="7772400" cy="43891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CAAC92-09FC-0F22-7A04-C6B2DFC7044F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</a:t>
            </a:r>
          </a:p>
        </p:txBody>
      </p:sp>
    </p:spTree>
    <p:extLst>
      <p:ext uri="{BB962C8B-B14F-4D97-AF65-F5344CB8AC3E}">
        <p14:creationId xmlns:p14="http://schemas.microsoft.com/office/powerpoint/2010/main" val="271717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074FD-45D7-F39C-AAD4-1AED0A19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60">
            <a:extLst>
              <a:ext uri="{FF2B5EF4-FFF2-40B4-BE49-F238E27FC236}">
                <a16:creationId xmlns:a16="http://schemas.microsoft.com/office/drawing/2014/main" id="{35A06154-717D-2793-2232-49A8F610F67E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4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6440EA8-810C-D3ED-E858-9FCAEEF950DF}"/>
              </a:ext>
            </a:extLst>
          </p:cNvPr>
          <p:cNvGrpSpPr/>
          <p:nvPr/>
        </p:nvGrpSpPr>
        <p:grpSpPr>
          <a:xfrm>
            <a:off x="525968" y="976165"/>
            <a:ext cx="11301423" cy="2452835"/>
            <a:chOff x="269936" y="3850373"/>
            <a:chExt cx="11301423" cy="2452835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6BE328CD-21BA-D15D-F586-A10F20CD0087}"/>
                </a:ext>
              </a:extLst>
            </p:cNvPr>
            <p:cNvGrpSpPr/>
            <p:nvPr/>
          </p:nvGrpSpPr>
          <p:grpSpPr>
            <a:xfrm>
              <a:off x="4111215" y="3850373"/>
              <a:ext cx="2631671" cy="1845132"/>
              <a:chOff x="2777654" y="1537888"/>
              <a:chExt cx="2040321" cy="3579688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91E1EC2E-F827-A4D8-1E8D-E874552FFF15}"/>
                  </a:ext>
                </a:extLst>
              </p:cNvPr>
              <p:cNvSpPr/>
              <p:nvPr/>
            </p:nvSpPr>
            <p:spPr>
              <a:xfrm>
                <a:off x="2793730" y="1537888"/>
                <a:ext cx="2024245" cy="3579688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D9ABB7-D547-2FBC-D0A5-6EA534A8E7C8}"/>
                  </a:ext>
                </a:extLst>
              </p:cNvPr>
              <p:cNvSpPr txBox="1"/>
              <p:nvPr/>
            </p:nvSpPr>
            <p:spPr>
              <a:xfrm>
                <a:off x="2777654" y="1546622"/>
                <a:ext cx="20242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Floe Detection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3B6AF8B-8C36-CB4B-E335-9F0604CA5C7F}"/>
                </a:ext>
              </a:extLst>
            </p:cNvPr>
            <p:cNvSpPr txBox="1"/>
            <p:nvPr/>
          </p:nvSpPr>
          <p:spPr>
            <a:xfrm>
              <a:off x="1997101" y="3960011"/>
              <a:ext cx="1319248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Grayscale Image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851265B-CB9E-156E-5D2F-5F8581573202}"/>
                </a:ext>
              </a:extLst>
            </p:cNvPr>
            <p:cNvSpPr txBox="1"/>
            <p:nvPr/>
          </p:nvSpPr>
          <p:spPr>
            <a:xfrm>
              <a:off x="1861861" y="4970026"/>
              <a:ext cx="15897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Classification Masks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B252B09-F2E3-CE10-CFF4-2E56D5C3D33F}"/>
                </a:ext>
              </a:extLst>
            </p:cNvPr>
            <p:cNvSpPr txBox="1"/>
            <p:nvPr/>
          </p:nvSpPr>
          <p:spPr>
            <a:xfrm>
              <a:off x="9808872" y="4606341"/>
              <a:ext cx="1762487" cy="36933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Detected Floes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7D3556E-0CBE-7F35-D88E-F8086EE238BB}"/>
                </a:ext>
              </a:extLst>
            </p:cNvPr>
            <p:cNvSpPr txBox="1"/>
            <p:nvPr/>
          </p:nvSpPr>
          <p:spPr>
            <a:xfrm>
              <a:off x="269936" y="4970027"/>
              <a:ext cx="1319248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False Color</a:t>
              </a:r>
            </a:p>
            <a:p>
              <a:pPr algn="ctr"/>
              <a:r>
                <a:rPr lang="en-US" dirty="0"/>
                <a:t>Image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647370B-6346-B9A3-1145-51C7BA605EF7}"/>
                </a:ext>
              </a:extLst>
            </p:cNvPr>
            <p:cNvSpPr txBox="1"/>
            <p:nvPr/>
          </p:nvSpPr>
          <p:spPr>
            <a:xfrm>
              <a:off x="4419441" y="4213648"/>
              <a:ext cx="2024245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K-Means Workflow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FB7D87-682A-BC09-E968-40FB0B838CE6}"/>
                </a:ext>
              </a:extLst>
            </p:cNvPr>
            <p:cNvSpPr txBox="1"/>
            <p:nvPr/>
          </p:nvSpPr>
          <p:spPr>
            <a:xfrm>
              <a:off x="4265080" y="4816077"/>
              <a:ext cx="2332967" cy="64633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Adaptive Threshold Workflow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578866-D675-0E1C-DF08-4720BBA9342B}"/>
                </a:ext>
              </a:extLst>
            </p:cNvPr>
            <p:cNvSpPr txBox="1"/>
            <p:nvPr/>
          </p:nvSpPr>
          <p:spPr>
            <a:xfrm>
              <a:off x="7840760" y="4606341"/>
              <a:ext cx="1444892" cy="36933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Merge Floes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8614604-98C8-5EC0-02B8-8EFD87946EE9}"/>
                </a:ext>
              </a:extLst>
            </p:cNvPr>
            <p:cNvCxnSpPr>
              <a:cxnSpLocks/>
              <a:stCxn id="11" idx="3"/>
              <a:endCxn id="47" idx="1"/>
            </p:cNvCxnSpPr>
            <p:nvPr/>
          </p:nvCxnSpPr>
          <p:spPr>
            <a:xfrm>
              <a:off x="9285652" y="4791007"/>
              <a:ext cx="5232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994AD28-BA5E-810C-91E3-E46D9607A7C5}"/>
                </a:ext>
              </a:extLst>
            </p:cNvPr>
            <p:cNvCxnSpPr>
              <a:cxnSpLocks/>
              <a:stCxn id="4" idx="3"/>
              <a:endCxn id="41" idx="1"/>
            </p:cNvCxnSpPr>
            <p:nvPr/>
          </p:nvCxnSpPr>
          <p:spPr>
            <a:xfrm flipV="1">
              <a:off x="1589184" y="5293192"/>
              <a:ext cx="2726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648A3E3-5F02-1EF3-DE63-F019F0519C54}"/>
                </a:ext>
              </a:extLst>
            </p:cNvPr>
            <p:cNvSpPr txBox="1"/>
            <p:nvPr/>
          </p:nvSpPr>
          <p:spPr>
            <a:xfrm>
              <a:off x="269936" y="3960010"/>
              <a:ext cx="1319248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True Color Image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6E45101-9896-AE6E-EE4B-151627066E3F}"/>
                </a:ext>
              </a:extLst>
            </p:cNvPr>
            <p:cNvSpPr txBox="1"/>
            <p:nvPr/>
          </p:nvSpPr>
          <p:spPr>
            <a:xfrm>
              <a:off x="269936" y="5933876"/>
              <a:ext cx="131924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Land Mask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5F1BB6D-2836-BF25-9BB3-67B4D351CCF6}"/>
                </a:ext>
              </a:extLst>
            </p:cNvPr>
            <p:cNvCxnSpPr>
              <a:cxnSpLocks/>
              <a:stCxn id="42" idx="3"/>
              <a:endCxn id="26" idx="1"/>
            </p:cNvCxnSpPr>
            <p:nvPr/>
          </p:nvCxnSpPr>
          <p:spPr>
            <a:xfrm>
              <a:off x="1589184" y="4283176"/>
              <a:ext cx="40791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429189AE-FBAD-2D90-A0EB-A5F090D25F45}"/>
                </a:ext>
              </a:extLst>
            </p:cNvPr>
            <p:cNvCxnSpPr>
              <a:stCxn id="44" idx="3"/>
              <a:endCxn id="41" idx="2"/>
            </p:cNvCxnSpPr>
            <p:nvPr/>
          </p:nvCxnSpPr>
          <p:spPr>
            <a:xfrm flipV="1">
              <a:off x="1589184" y="5616357"/>
              <a:ext cx="1067542" cy="502185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960D2E71-2513-F101-1C0D-DBB17CB8E4A2}"/>
                </a:ext>
              </a:extLst>
            </p:cNvPr>
            <p:cNvCxnSpPr>
              <a:stCxn id="26" idx="3"/>
            </p:cNvCxnSpPr>
            <p:nvPr/>
          </p:nvCxnSpPr>
          <p:spPr>
            <a:xfrm flipV="1">
              <a:off x="3316349" y="4283175"/>
              <a:ext cx="785269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58E4B73-C045-0412-FBC0-AED9D03F2C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1590" y="5304998"/>
              <a:ext cx="65002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DDE5A4DF-6FA7-ED22-49B8-A73823178AD8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>
              <a:off x="6731177" y="4277016"/>
              <a:ext cx="1109583" cy="5139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Elbow Connector 77">
              <a:extLst>
                <a:ext uri="{FF2B5EF4-FFF2-40B4-BE49-F238E27FC236}">
                  <a16:creationId xmlns:a16="http://schemas.microsoft.com/office/drawing/2014/main" id="{3831709F-86A6-E2C0-A178-D2A88BC04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176" y="4781863"/>
              <a:ext cx="1109583" cy="5139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903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70737E24-0CD4-8D45-5BBF-E95934BF05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" t="18732" r="57"/>
          <a:stretch>
            <a:fillRect/>
          </a:stretch>
        </p:blipFill>
        <p:spPr>
          <a:xfrm>
            <a:off x="6214185" y="213187"/>
            <a:ext cx="4562856" cy="370813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1A2B080-94F0-0DB0-6ED3-11E6191A6A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" t="18732" r="-94"/>
          <a:stretch>
            <a:fillRect/>
          </a:stretch>
        </p:blipFill>
        <p:spPr>
          <a:xfrm>
            <a:off x="1691779" y="213187"/>
            <a:ext cx="4562856" cy="3708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55C09A-176C-6A90-B7F3-B553D0E100A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80933" y="3799703"/>
            <a:ext cx="9630133" cy="30582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A705E1-B495-9AA6-0A6D-75CA37BC0AD3}"/>
              </a:ext>
            </a:extLst>
          </p:cNvPr>
          <p:cNvSpPr txBox="1"/>
          <p:nvPr/>
        </p:nvSpPr>
        <p:spPr>
          <a:xfrm>
            <a:off x="1943476" y="20393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48498-236B-C5C0-BE89-322AEE8D004F}"/>
              </a:ext>
            </a:extLst>
          </p:cNvPr>
          <p:cNvSpPr txBox="1"/>
          <p:nvPr/>
        </p:nvSpPr>
        <p:spPr>
          <a:xfrm>
            <a:off x="6457868" y="20393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D17D7E-763E-8FA4-4928-2EFED95E023D}"/>
              </a:ext>
            </a:extLst>
          </p:cNvPr>
          <p:cNvSpPr txBox="1"/>
          <p:nvPr/>
        </p:nvSpPr>
        <p:spPr>
          <a:xfrm>
            <a:off x="1412380" y="3736659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F4F2BB-6BD4-CF1C-FDE5-4D5C4939D101}"/>
              </a:ext>
            </a:extLst>
          </p:cNvPr>
          <p:cNvSpPr txBox="1"/>
          <p:nvPr/>
        </p:nvSpPr>
        <p:spPr>
          <a:xfrm>
            <a:off x="4993542" y="3736659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B0F93-082B-2771-10DE-4BE936FEF683}"/>
              </a:ext>
            </a:extLst>
          </p:cNvPr>
          <p:cNvSpPr txBox="1"/>
          <p:nvPr/>
        </p:nvSpPr>
        <p:spPr>
          <a:xfrm>
            <a:off x="7955511" y="37366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C10E54-9BAE-4E85-46C3-89976236FF8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5</a:t>
            </a:r>
          </a:p>
        </p:txBody>
      </p:sp>
    </p:spTree>
    <p:extLst>
      <p:ext uri="{BB962C8B-B14F-4D97-AF65-F5344CB8AC3E}">
        <p14:creationId xmlns:p14="http://schemas.microsoft.com/office/powerpoint/2010/main" val="175396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A9EB4C-63E0-D2A6-1BA9-C9F06C1FE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8629" y="0"/>
            <a:ext cx="807474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E99310-11BC-FE49-29F7-12D36C5BC8C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6</a:t>
            </a:r>
          </a:p>
        </p:txBody>
      </p:sp>
    </p:spTree>
    <p:extLst>
      <p:ext uri="{BB962C8B-B14F-4D97-AF65-F5344CB8AC3E}">
        <p14:creationId xmlns:p14="http://schemas.microsoft.com/office/powerpoint/2010/main" val="2577779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4150F7-DDA2-80E1-3CD3-0A7B12F3F7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04491" y="1"/>
            <a:ext cx="8583017" cy="6857998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CCD6D491-83A9-B863-E90E-B392FC5C883B}"/>
              </a:ext>
            </a:extLst>
          </p:cNvPr>
          <p:cNvSpPr/>
          <p:nvPr/>
        </p:nvSpPr>
        <p:spPr>
          <a:xfrm>
            <a:off x="1812803" y="19115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3398361-980E-575F-1D51-133712938B0B}"/>
              </a:ext>
            </a:extLst>
          </p:cNvPr>
          <p:cNvSpPr/>
          <p:nvPr/>
        </p:nvSpPr>
        <p:spPr>
          <a:xfrm>
            <a:off x="353881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1AF1B3-EB32-2057-8B44-75F80D78A4ED}"/>
              </a:ext>
            </a:extLst>
          </p:cNvPr>
          <p:cNvSpPr/>
          <p:nvPr/>
        </p:nvSpPr>
        <p:spPr>
          <a:xfrm>
            <a:off x="526083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A280C1-3F08-87D8-5BAD-CE3F4A4767A2}"/>
              </a:ext>
            </a:extLst>
          </p:cNvPr>
          <p:cNvSpPr/>
          <p:nvPr/>
        </p:nvSpPr>
        <p:spPr>
          <a:xfrm>
            <a:off x="698285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CD66A-4244-3C6A-116A-636088B06EF9}"/>
              </a:ext>
            </a:extLst>
          </p:cNvPr>
          <p:cNvSpPr/>
          <p:nvPr/>
        </p:nvSpPr>
        <p:spPr>
          <a:xfrm>
            <a:off x="8713190" y="17469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B4D516-39A8-627E-14D2-91386D4590E0}"/>
              </a:ext>
            </a:extLst>
          </p:cNvPr>
          <p:cNvSpPr/>
          <p:nvPr/>
        </p:nvSpPr>
        <p:spPr>
          <a:xfrm>
            <a:off x="1812803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C65DA55-6BAF-D8C1-804B-31917A3ABF91}"/>
              </a:ext>
            </a:extLst>
          </p:cNvPr>
          <p:cNvSpPr/>
          <p:nvPr/>
        </p:nvSpPr>
        <p:spPr>
          <a:xfrm>
            <a:off x="353881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5DB283-5926-1FC4-3FE7-5E300B45610C}"/>
              </a:ext>
            </a:extLst>
          </p:cNvPr>
          <p:cNvSpPr/>
          <p:nvPr/>
        </p:nvSpPr>
        <p:spPr>
          <a:xfrm>
            <a:off x="526083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1391EAD-2E27-172D-1BA8-B34731797F4F}"/>
              </a:ext>
            </a:extLst>
          </p:cNvPr>
          <p:cNvSpPr/>
          <p:nvPr/>
        </p:nvSpPr>
        <p:spPr>
          <a:xfrm>
            <a:off x="698285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A05FFC-63C0-AB0A-BD35-B8F5D37B0F2C}"/>
              </a:ext>
            </a:extLst>
          </p:cNvPr>
          <p:cNvSpPr/>
          <p:nvPr/>
        </p:nvSpPr>
        <p:spPr>
          <a:xfrm>
            <a:off x="8713190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412CC52-A640-6D6B-6DDC-EE3CE91AE21D}"/>
              </a:ext>
            </a:extLst>
          </p:cNvPr>
          <p:cNvSpPr/>
          <p:nvPr/>
        </p:nvSpPr>
        <p:spPr>
          <a:xfrm>
            <a:off x="1812803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k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5ED4A9-E8E0-892D-10D7-0D59A11A9EA6}"/>
              </a:ext>
            </a:extLst>
          </p:cNvPr>
          <p:cNvSpPr/>
          <p:nvPr/>
        </p:nvSpPr>
        <p:spPr>
          <a:xfrm>
            <a:off x="353881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C31E96-3D80-2A70-E2CA-492DF269D854}"/>
              </a:ext>
            </a:extLst>
          </p:cNvPr>
          <p:cNvSpPr/>
          <p:nvPr/>
        </p:nvSpPr>
        <p:spPr>
          <a:xfrm>
            <a:off x="526083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275071-243A-6EA4-AD21-F06934A4D75C}"/>
              </a:ext>
            </a:extLst>
          </p:cNvPr>
          <p:cNvSpPr/>
          <p:nvPr/>
        </p:nvSpPr>
        <p:spPr>
          <a:xfrm>
            <a:off x="698285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D29675-0631-1908-A826-9D1D28B2E8B4}"/>
              </a:ext>
            </a:extLst>
          </p:cNvPr>
          <p:cNvSpPr/>
          <p:nvPr/>
        </p:nvSpPr>
        <p:spPr>
          <a:xfrm>
            <a:off x="8713190" y="345765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313A9B-9AA4-65FA-5CBE-2596FBEF9147}"/>
              </a:ext>
            </a:extLst>
          </p:cNvPr>
          <p:cNvSpPr/>
          <p:nvPr/>
        </p:nvSpPr>
        <p:spPr>
          <a:xfrm>
            <a:off x="1812803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18FD01A-1225-6B1C-AC33-6A246C5B8F6B}"/>
              </a:ext>
            </a:extLst>
          </p:cNvPr>
          <p:cNvSpPr/>
          <p:nvPr/>
        </p:nvSpPr>
        <p:spPr>
          <a:xfrm>
            <a:off x="353881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1E1679-31AE-1512-9450-8A9597663486}"/>
              </a:ext>
            </a:extLst>
          </p:cNvPr>
          <p:cNvSpPr/>
          <p:nvPr/>
        </p:nvSpPr>
        <p:spPr>
          <a:xfrm>
            <a:off x="526083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1F58FA5-A8FE-60F6-E413-EBD43680B914}"/>
              </a:ext>
            </a:extLst>
          </p:cNvPr>
          <p:cNvSpPr/>
          <p:nvPr/>
        </p:nvSpPr>
        <p:spPr>
          <a:xfrm>
            <a:off x="698285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397B4-6E99-15DC-4551-E26637100A8A}"/>
              </a:ext>
            </a:extLst>
          </p:cNvPr>
          <p:cNvSpPr/>
          <p:nvPr/>
        </p:nvSpPr>
        <p:spPr>
          <a:xfrm>
            <a:off x="8713190" y="5186056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FBF522-3AD1-9F93-0BEA-4439BA74346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7</a:t>
            </a:r>
          </a:p>
        </p:txBody>
      </p:sp>
    </p:spTree>
    <p:extLst>
      <p:ext uri="{BB962C8B-B14F-4D97-AF65-F5344CB8AC3E}">
        <p14:creationId xmlns:p14="http://schemas.microsoft.com/office/powerpoint/2010/main" val="4227877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A25BA78F-A1C6-69BE-AA94-2966039D1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735" y="936814"/>
            <a:ext cx="9764889" cy="38772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437905-DAC4-774E-EA8D-B3E2A66F0E0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48C73E-19B9-B4B3-192A-40B976A956BC}"/>
              </a:ext>
            </a:extLst>
          </p:cNvPr>
          <p:cNvSpPr/>
          <p:nvPr/>
        </p:nvSpPr>
        <p:spPr>
          <a:xfrm>
            <a:off x="1335739" y="9384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5CA9B-11F5-1414-6110-58BFECA685C5}"/>
              </a:ext>
            </a:extLst>
          </p:cNvPr>
          <p:cNvSpPr/>
          <p:nvPr/>
        </p:nvSpPr>
        <p:spPr>
          <a:xfrm>
            <a:off x="3298793" y="93681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8FFE3D-2FB7-F06F-CC3F-335745F5841A}"/>
              </a:ext>
            </a:extLst>
          </p:cNvPr>
          <p:cNvSpPr/>
          <p:nvPr/>
        </p:nvSpPr>
        <p:spPr>
          <a:xfrm>
            <a:off x="5261847" y="93681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E54FB7-A440-35AE-D189-A4890430BC6E}"/>
              </a:ext>
            </a:extLst>
          </p:cNvPr>
          <p:cNvSpPr/>
          <p:nvPr/>
        </p:nvSpPr>
        <p:spPr>
          <a:xfrm>
            <a:off x="7224901" y="93681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1A39D6-8E86-E60D-E72F-867C90F80BB6}"/>
              </a:ext>
            </a:extLst>
          </p:cNvPr>
          <p:cNvSpPr/>
          <p:nvPr/>
        </p:nvSpPr>
        <p:spPr>
          <a:xfrm>
            <a:off x="9187955" y="93681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94D7EF-AB99-C679-E474-224F2884ACB1}"/>
              </a:ext>
            </a:extLst>
          </p:cNvPr>
          <p:cNvSpPr/>
          <p:nvPr/>
        </p:nvSpPr>
        <p:spPr>
          <a:xfrm>
            <a:off x="1335738" y="2904764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145A53-0473-6861-1385-7D570A2F59F9}"/>
              </a:ext>
            </a:extLst>
          </p:cNvPr>
          <p:cNvSpPr/>
          <p:nvPr/>
        </p:nvSpPr>
        <p:spPr>
          <a:xfrm>
            <a:off x="3311148" y="290008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FB35FE-1C77-36B2-FC46-809081277376}"/>
              </a:ext>
            </a:extLst>
          </p:cNvPr>
          <p:cNvSpPr/>
          <p:nvPr/>
        </p:nvSpPr>
        <p:spPr>
          <a:xfrm>
            <a:off x="5268570" y="290008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6C584F-E5F7-C770-B916-DDF62045DB0A}"/>
              </a:ext>
            </a:extLst>
          </p:cNvPr>
          <p:cNvSpPr/>
          <p:nvPr/>
        </p:nvSpPr>
        <p:spPr>
          <a:xfrm>
            <a:off x="7224900" y="290252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72C185-2CA4-E4A2-0C76-032728B467FD}"/>
              </a:ext>
            </a:extLst>
          </p:cNvPr>
          <p:cNvSpPr/>
          <p:nvPr/>
        </p:nvSpPr>
        <p:spPr>
          <a:xfrm>
            <a:off x="9187955" y="2900079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575881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02841-7EFF-E887-B3F0-88612C56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41EFD7-DB55-746B-CBE0-63FC7113EBB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D64783-7B41-4107-D8E7-71BDF65B3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5885483" cy="36022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6FC80D-ADAE-4BD3-3A16-08355EFBF2F9}"/>
              </a:ext>
            </a:extLst>
          </p:cNvPr>
          <p:cNvSpPr txBox="1"/>
          <p:nvPr/>
        </p:nvSpPr>
        <p:spPr>
          <a:xfrm>
            <a:off x="334090" y="725679"/>
            <a:ext cx="1288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Clip = 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7207B3-BB95-8C23-2FDB-74F923653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107" y="914400"/>
            <a:ext cx="5943746" cy="36022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7154CB-9A51-A1D3-6166-F55BDE23F1DE}"/>
              </a:ext>
            </a:extLst>
          </p:cNvPr>
          <p:cNvSpPr txBox="1"/>
          <p:nvPr/>
        </p:nvSpPr>
        <p:spPr>
          <a:xfrm>
            <a:off x="6219573" y="725679"/>
            <a:ext cx="1288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Clip = 2</a:t>
            </a:r>
          </a:p>
        </p:txBody>
      </p:sp>
    </p:spTree>
    <p:extLst>
      <p:ext uri="{BB962C8B-B14F-4D97-AF65-F5344CB8AC3E}">
        <p14:creationId xmlns:p14="http://schemas.microsoft.com/office/powerpoint/2010/main" val="343353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19851</TotalTime>
  <Words>139</Words>
  <Application>Microsoft Macintosh PowerPoint</Application>
  <PresentationFormat>Widescreen</PresentationFormat>
  <Paragraphs>65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Watkins, Daniel</dc:creator>
  <cp:lastModifiedBy>Watkins, Daniel</cp:lastModifiedBy>
  <cp:revision>9</cp:revision>
  <dcterms:created xsi:type="dcterms:W3CDTF">2026-07-06T21:16:38Z</dcterms:created>
  <dcterms:modified xsi:type="dcterms:W3CDTF">2026-08-14T18:02:31Z</dcterms:modified>
</cp:coreProperties>
</file>