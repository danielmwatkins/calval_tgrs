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1" r:id="rId2"/>
    <p:sldId id="262" r:id="rId3"/>
    <p:sldId id="263" r:id="rId4"/>
    <p:sldId id="268" r:id="rId5"/>
    <p:sldId id="260" r:id="rId6"/>
    <p:sldId id="264" r:id="rId7"/>
    <p:sldId id="265" r:id="rId8"/>
    <p:sldId id="269" r:id="rId9"/>
    <p:sldId id="270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100"/>
    <p:restoredTop sz="94658"/>
  </p:normalViewPr>
  <p:slideViewPr>
    <p:cSldViewPr snapToGrid="0">
      <p:cViewPr varScale="1">
        <p:scale>
          <a:sx n="120" d="100"/>
          <a:sy n="120" d="100"/>
        </p:scale>
        <p:origin x="11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543D-4D58-4B45-8EF5-3E2793E68BF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B5DDE3-583D-9B40-A1BA-6247D27CFF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579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making this more compact – add lines for the MIZ extent, to combine Fig 1 and Fig 3, and add the sea ice fraction result here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DDE3-583D-9B40-A1BA-6247D27CFF1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6779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Consider adding example </a:t>
            </a:r>
            <a:r>
              <a:rPr lang="en-US" dirty="0" err="1"/>
              <a:t>truecolor</a:t>
            </a:r>
            <a:r>
              <a:rPr lang="en-US" dirty="0"/>
              <a:t> -&gt; classification -&gt; binarization -&gt; floe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DDE3-583D-9B40-A1BA-6247D27CFF1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29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Motivation and calibration for the cloud mask function. Potential addition: histograms, curves for the ice/water functions.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DDE3-583D-9B40-A1BA-6247D27CFF1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1196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Explanation of the discriminate ice-water function, uses the training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DDE3-583D-9B40-A1BA-6247D27CFF1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3856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Overlay of reference shapes, testing data.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DDE3-583D-9B40-A1BA-6247D27CFF1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419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Distance-morph-split function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B5DDE3-583D-9B40-A1BA-6247D27CFF1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5995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E0CCD-2AFA-14CE-D82D-173FE859EE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E608E8-F74E-CF54-33E8-2326805E6A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D80CE-4FD7-2A42-CD09-55DF69F0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151D-270B-0EA9-9BFB-3E9D39919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A4019B-452C-9AB8-3641-5E463E7EB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7591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67A1-10E4-C08C-A365-91D94CEA8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8085-7BD6-E50A-4912-2EF24EB4C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94B082-81E0-16A4-18AD-8A333C2D6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1D3F2C-7F42-4AFA-A8D1-60DDBDF01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8FD7CA-D901-CA0C-C5D1-22139B1AC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405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54595-4194-C4BF-CC41-648C83F8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7F699E-DB50-1827-80E2-3C57BF177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0B0F26-EEF0-987B-E543-4673E25F8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ECF2B-C4EB-51C9-0600-A485180798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CF522B-A584-3957-82FB-9A4751548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35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B02DD-F0C6-6934-ACEF-3C06846FD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233C-345F-EB65-2985-3AADF6E76F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0C8ED-436A-E39E-80CB-9D176871B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F9A42E-0FAC-6A28-26F7-F36044553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662E5E-43EC-61B6-2D2D-CC57A7555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492DC-50EF-ED4E-0CF3-4675E5841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682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D97FD-A887-BE19-2C7B-8C934C12C8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D767B-5B38-15E5-9D27-E072013769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1FD6B-CFD7-8E44-8BF2-A1A257E02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E9113A-95F9-860D-74E5-4CCC09B728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50042C-8CE4-8454-0E60-955E56CC39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C6F4F53-DC67-19C4-DD67-4462BB48F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3102A2B-E8A4-D4A4-8D68-A21713F09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4DA91CB-2D70-72A6-20EB-BC649CDAB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9540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63C8C-2A54-A9FF-216D-086754497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9D9AEF-74C3-AFA9-1DF2-42EC55E32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B3ADB-4F40-568F-D3EB-7099B028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B2994D-04DA-E91D-C38F-526F6DA40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028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F75016-A809-6534-48CE-784089E1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91A76F-6FAC-CE39-D6B4-2FFD1AC46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A16356-CB4E-06B9-AB25-F3BAEA761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176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8D1D1-7E68-3AC3-CC1D-F7A201479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6061F-9A6A-C62A-99DA-223C8A4E03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B888F-6C70-BB0A-D8B4-5156C0F3A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67D9C-9454-46DB-9B9B-C87E5C6FA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9C18C-B27C-088D-7513-6A1DAF434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F4DEDE-F2CD-3F64-2B0D-610291C33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276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66FEE-DE8D-4603-DE1C-CDD1AA8CC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02640F-1B49-3475-2C31-1779F80CCA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525B7B-D1B3-D708-0118-5BE7146D6A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529F12-C3A9-48DF-B2D8-9FA911FEB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7E7AD6-98D6-4502-F054-DC40C8D11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1F0A53-0A39-D74C-C5A0-A0D56BEA6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251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DD258-BC5F-A9DD-155E-C49013220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0953B-A800-831C-1DC4-00435326A1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DF92C-09A6-1B2D-F4A2-5288CC2A20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038F3F-1513-B3C7-DFA4-060F584F2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913ADD-6226-E7B3-A91F-FA2B416D9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5502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A62485-A507-F8C0-1154-E922A907FC1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F19695-8777-ADC4-CF64-3FBB79572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FA1B2-F3AD-EDE8-6278-DB1610957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E0911E-0BFB-7BE4-494B-32EEFB398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1A3DC-B6CA-EDB3-25A8-75A56ED76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387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4E14D4-EF7C-41EB-F3F8-2DF23644C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FF4E64-6429-87D4-134A-CA9CAD0DF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BCC005-1198-406E-2D77-05E54CAE27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B5F9FC-59F7-0A4E-8D01-3B16729FDBC8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383EF-35CD-E19B-4332-D43A6D4113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D53F10-ED56-B665-638B-C3C68040F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F0BB3A-7E09-0B48-AE7B-61DB24096D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77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D1C01E0-AECE-DBE2-0506-374C34E64B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0928" y="1144877"/>
            <a:ext cx="3450143" cy="456824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028A52-9630-0DEF-7046-680033A29598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1</a:t>
            </a:r>
          </a:p>
        </p:txBody>
      </p:sp>
    </p:spTree>
    <p:extLst>
      <p:ext uri="{BB962C8B-B14F-4D97-AF65-F5344CB8AC3E}">
        <p14:creationId xmlns:p14="http://schemas.microsoft.com/office/powerpoint/2010/main" val="39153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CA14417-D2D2-DFA9-3115-4E7F3772CA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2800" y="1600200"/>
            <a:ext cx="5486400" cy="36576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234CF-D6CB-A695-B654-D52E62E9BAA2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2</a:t>
            </a:r>
          </a:p>
        </p:txBody>
      </p:sp>
    </p:spTree>
    <p:extLst>
      <p:ext uri="{BB962C8B-B14F-4D97-AF65-F5344CB8AC3E}">
        <p14:creationId xmlns:p14="http://schemas.microsoft.com/office/powerpoint/2010/main" val="2491749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7F39563-715B-5188-53EA-52F4DBBACE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34440"/>
            <a:ext cx="7772400" cy="438912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7CAAC92-09FC-0F22-7A04-C6B2DFC7044F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3</a:t>
            </a:r>
          </a:p>
        </p:txBody>
      </p:sp>
    </p:spTree>
    <p:extLst>
      <p:ext uri="{BB962C8B-B14F-4D97-AF65-F5344CB8AC3E}">
        <p14:creationId xmlns:p14="http://schemas.microsoft.com/office/powerpoint/2010/main" val="271717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74FD-45D7-F39C-AAD4-1AED0A190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>
            <a:extLst>
              <a:ext uri="{FF2B5EF4-FFF2-40B4-BE49-F238E27FC236}">
                <a16:creationId xmlns:a16="http://schemas.microsoft.com/office/drawing/2014/main" id="{35A06154-717D-2793-2232-49A8F610F67E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4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BE328CD-21BA-D15D-F586-A10F20CD0087}"/>
              </a:ext>
            </a:extLst>
          </p:cNvPr>
          <p:cNvGrpSpPr/>
          <p:nvPr/>
        </p:nvGrpSpPr>
        <p:grpSpPr>
          <a:xfrm>
            <a:off x="4367248" y="976165"/>
            <a:ext cx="2723332" cy="2268161"/>
            <a:chOff x="2777654" y="1537888"/>
            <a:chExt cx="2111385" cy="4400394"/>
          </a:xfrm>
        </p:grpSpPr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91E1EC2E-F827-A4D8-1E8D-E874552FFF15}"/>
                </a:ext>
              </a:extLst>
            </p:cNvPr>
            <p:cNvSpPr/>
            <p:nvPr/>
          </p:nvSpPr>
          <p:spPr>
            <a:xfrm>
              <a:off x="2793730" y="1537888"/>
              <a:ext cx="2095309" cy="4400394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7D9ABB7-D547-2FBC-D0A5-6EA534A8E7C8}"/>
                </a:ext>
              </a:extLst>
            </p:cNvPr>
            <p:cNvSpPr txBox="1"/>
            <p:nvPr/>
          </p:nvSpPr>
          <p:spPr>
            <a:xfrm>
              <a:off x="2777654" y="1546622"/>
              <a:ext cx="20242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Floe Detection</a:t>
              </a:r>
            </a:p>
          </p:txBody>
        </p:sp>
      </p:grpSp>
      <p:sp>
        <p:nvSpPr>
          <p:cNvPr id="26" name="TextBox 25">
            <a:extLst>
              <a:ext uri="{FF2B5EF4-FFF2-40B4-BE49-F238E27FC236}">
                <a16:creationId xmlns:a16="http://schemas.microsoft.com/office/drawing/2014/main" id="{23B6AF8B-8C36-CB4B-E335-9F0604CA5C7F}"/>
              </a:ext>
            </a:extLst>
          </p:cNvPr>
          <p:cNvSpPr txBox="1"/>
          <p:nvPr/>
        </p:nvSpPr>
        <p:spPr>
          <a:xfrm>
            <a:off x="2253133" y="1085803"/>
            <a:ext cx="1319248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Grayscale Image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51265B-CB9E-156E-5D2F-5F8581573202}"/>
              </a:ext>
            </a:extLst>
          </p:cNvPr>
          <p:cNvSpPr txBox="1"/>
          <p:nvPr/>
        </p:nvSpPr>
        <p:spPr>
          <a:xfrm>
            <a:off x="2117893" y="2095818"/>
            <a:ext cx="1589729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Classification Masks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B252B09-F2E3-CE10-CFF4-2E56D5C3D33F}"/>
              </a:ext>
            </a:extLst>
          </p:cNvPr>
          <p:cNvSpPr txBox="1"/>
          <p:nvPr/>
        </p:nvSpPr>
        <p:spPr>
          <a:xfrm>
            <a:off x="7684561" y="1925579"/>
            <a:ext cx="1762487" cy="369332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Detected Floes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3556E-0CBE-7F35-D88E-F8086EE238BB}"/>
              </a:ext>
            </a:extLst>
          </p:cNvPr>
          <p:cNvSpPr txBox="1"/>
          <p:nvPr/>
        </p:nvSpPr>
        <p:spPr>
          <a:xfrm>
            <a:off x="525968" y="2095819"/>
            <a:ext cx="1319248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False Color</a:t>
            </a:r>
          </a:p>
          <a:p>
            <a:pPr algn="ctr"/>
            <a:r>
              <a:rPr lang="en-US" dirty="0"/>
              <a:t>Image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47370B-6346-B9A3-1145-51C7BA605EF7}"/>
              </a:ext>
            </a:extLst>
          </p:cNvPr>
          <p:cNvSpPr txBox="1"/>
          <p:nvPr/>
        </p:nvSpPr>
        <p:spPr>
          <a:xfrm>
            <a:off x="4512251" y="1339440"/>
            <a:ext cx="2353703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Binarize</a:t>
            </a:r>
            <a:endParaRPr lang="en-US" i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FB7D87-682A-BC09-E968-40FB0B838CE6}"/>
              </a:ext>
            </a:extLst>
          </p:cNvPr>
          <p:cNvSpPr txBox="1"/>
          <p:nvPr/>
        </p:nvSpPr>
        <p:spPr>
          <a:xfrm>
            <a:off x="4483524" y="1909105"/>
            <a:ext cx="233296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8614604-98C8-5EC0-02B8-8EFD87946EE9}"/>
              </a:ext>
            </a:extLst>
          </p:cNvPr>
          <p:cNvCxnSpPr>
            <a:cxnSpLocks/>
            <a:stCxn id="56" idx="3"/>
            <a:endCxn id="47" idx="1"/>
          </p:cNvCxnSpPr>
          <p:nvPr/>
        </p:nvCxnSpPr>
        <p:spPr>
          <a:xfrm flipV="1">
            <a:off x="7090580" y="2110245"/>
            <a:ext cx="59398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994AD28-BA5E-810C-91E3-E46D9607A7C5}"/>
              </a:ext>
            </a:extLst>
          </p:cNvPr>
          <p:cNvCxnSpPr>
            <a:cxnSpLocks/>
            <a:stCxn id="4" idx="3"/>
            <a:endCxn id="41" idx="1"/>
          </p:cNvCxnSpPr>
          <p:nvPr/>
        </p:nvCxnSpPr>
        <p:spPr>
          <a:xfrm flipV="1">
            <a:off x="1845216" y="2418984"/>
            <a:ext cx="27267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C648A3E3-5F02-1EF3-DE63-F019F0519C54}"/>
              </a:ext>
            </a:extLst>
          </p:cNvPr>
          <p:cNvSpPr txBox="1"/>
          <p:nvPr/>
        </p:nvSpPr>
        <p:spPr>
          <a:xfrm>
            <a:off x="525968" y="1085802"/>
            <a:ext cx="1319248" cy="646331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True Color Image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6E45101-9896-AE6E-EE4B-151627066E3F}"/>
              </a:ext>
            </a:extLst>
          </p:cNvPr>
          <p:cNvSpPr txBox="1"/>
          <p:nvPr/>
        </p:nvSpPr>
        <p:spPr>
          <a:xfrm>
            <a:off x="525968" y="3059668"/>
            <a:ext cx="1319248" cy="369332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Land Mask</a:t>
            </a:r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5F1BB6D-2836-BF25-9BB3-67B4D351CCF6}"/>
              </a:ext>
            </a:extLst>
          </p:cNvPr>
          <p:cNvCxnSpPr>
            <a:cxnSpLocks/>
            <a:stCxn id="42" idx="3"/>
            <a:endCxn id="26" idx="1"/>
          </p:cNvCxnSpPr>
          <p:nvPr/>
        </p:nvCxnSpPr>
        <p:spPr>
          <a:xfrm>
            <a:off x="1845216" y="1408968"/>
            <a:ext cx="407917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429189AE-FBAD-2D90-A0EB-A5F090D25F45}"/>
              </a:ext>
            </a:extLst>
          </p:cNvPr>
          <p:cNvCxnSpPr>
            <a:stCxn id="44" idx="3"/>
            <a:endCxn id="41" idx="2"/>
          </p:cNvCxnSpPr>
          <p:nvPr/>
        </p:nvCxnSpPr>
        <p:spPr>
          <a:xfrm flipV="1">
            <a:off x="1845216" y="2742149"/>
            <a:ext cx="1067542" cy="502185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960D2E71-2513-F101-1C0D-DBB17CB8E4A2}"/>
              </a:ext>
            </a:extLst>
          </p:cNvPr>
          <p:cNvCxnSpPr>
            <a:stCxn id="26" idx="3"/>
          </p:cNvCxnSpPr>
          <p:nvPr/>
        </p:nvCxnSpPr>
        <p:spPr>
          <a:xfrm flipV="1">
            <a:off x="3572381" y="1408967"/>
            <a:ext cx="785269" cy="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58E4B73-C045-0412-FBC0-AED9D03F2C71}"/>
              </a:ext>
            </a:extLst>
          </p:cNvPr>
          <p:cNvCxnSpPr>
            <a:cxnSpLocks/>
          </p:cNvCxnSpPr>
          <p:nvPr/>
        </p:nvCxnSpPr>
        <p:spPr>
          <a:xfrm flipV="1">
            <a:off x="3707622" y="2430790"/>
            <a:ext cx="65002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DFA8E6-7B52-FDBD-79DB-B06F80D9954E}"/>
              </a:ext>
            </a:extLst>
          </p:cNvPr>
          <p:cNvSpPr txBox="1"/>
          <p:nvPr/>
        </p:nvSpPr>
        <p:spPr>
          <a:xfrm>
            <a:off x="4568882" y="2005483"/>
            <a:ext cx="233296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C569E23-D2F2-F3D0-FF3A-5C96B110AD81}"/>
              </a:ext>
            </a:extLst>
          </p:cNvPr>
          <p:cNvCxnSpPr>
            <a:cxnSpLocks/>
            <a:stCxn id="5" idx="2"/>
          </p:cNvCxnSpPr>
          <p:nvPr/>
        </p:nvCxnSpPr>
        <p:spPr>
          <a:xfrm>
            <a:off x="5689103" y="1708772"/>
            <a:ext cx="0" cy="1988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746E8178-12BC-188C-DB5B-292AB740427B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5689102" y="2478770"/>
            <a:ext cx="1" cy="2384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46FD5A7-2997-DD09-0FA2-69A8513F8BE4}"/>
              </a:ext>
            </a:extLst>
          </p:cNvPr>
          <p:cNvSpPr txBox="1"/>
          <p:nvPr/>
        </p:nvSpPr>
        <p:spPr>
          <a:xfrm>
            <a:off x="4512252" y="2717239"/>
            <a:ext cx="2353701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Filter and Merge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8C953A-D089-408A-D311-07B805BDC2A7}"/>
              </a:ext>
            </a:extLst>
          </p:cNvPr>
          <p:cNvSpPr txBox="1"/>
          <p:nvPr/>
        </p:nvSpPr>
        <p:spPr>
          <a:xfrm>
            <a:off x="4660659" y="2122746"/>
            <a:ext cx="2332967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Separate Floes</a:t>
            </a:r>
          </a:p>
        </p:txBody>
      </p:sp>
    </p:spTree>
    <p:extLst>
      <p:ext uri="{BB962C8B-B14F-4D97-AF65-F5344CB8AC3E}">
        <p14:creationId xmlns:p14="http://schemas.microsoft.com/office/powerpoint/2010/main" val="398903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70737E24-0CD4-8D45-5BBF-E95934BF05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57" t="18732" r="57"/>
          <a:stretch>
            <a:fillRect/>
          </a:stretch>
        </p:blipFill>
        <p:spPr>
          <a:xfrm>
            <a:off x="6214185" y="213187"/>
            <a:ext cx="4562856" cy="370813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1A2B080-94F0-0DB0-6ED3-11E6191A6AC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94" t="18732" r="-94"/>
          <a:stretch>
            <a:fillRect/>
          </a:stretch>
        </p:blipFill>
        <p:spPr>
          <a:xfrm>
            <a:off x="1691779" y="213187"/>
            <a:ext cx="4562856" cy="37081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55C09A-176C-6A90-B7F3-B553D0E100A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80933" y="3799703"/>
            <a:ext cx="9630133" cy="305829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3A705E1-B495-9AA6-0A6D-75CA37BC0AD3}"/>
              </a:ext>
            </a:extLst>
          </p:cNvPr>
          <p:cNvSpPr txBox="1"/>
          <p:nvPr/>
        </p:nvSpPr>
        <p:spPr>
          <a:xfrm>
            <a:off x="1943476" y="20393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a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348498-236B-C5C0-BE89-322AEE8D004F}"/>
              </a:ext>
            </a:extLst>
          </p:cNvPr>
          <p:cNvSpPr txBox="1"/>
          <p:nvPr/>
        </p:nvSpPr>
        <p:spPr>
          <a:xfrm>
            <a:off x="6457868" y="203937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D17D7E-763E-8FA4-4928-2EFED95E023D}"/>
              </a:ext>
            </a:extLst>
          </p:cNvPr>
          <p:cNvSpPr txBox="1"/>
          <p:nvPr/>
        </p:nvSpPr>
        <p:spPr>
          <a:xfrm>
            <a:off x="1412380" y="3736659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BF4F2BB-6BD4-CF1C-FDE5-4D5C4939D101}"/>
              </a:ext>
            </a:extLst>
          </p:cNvPr>
          <p:cNvSpPr txBox="1"/>
          <p:nvPr/>
        </p:nvSpPr>
        <p:spPr>
          <a:xfrm>
            <a:off x="4993542" y="3736659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d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EB0F93-082B-2771-10DE-4BE936FEF683}"/>
              </a:ext>
            </a:extLst>
          </p:cNvPr>
          <p:cNvSpPr txBox="1"/>
          <p:nvPr/>
        </p:nvSpPr>
        <p:spPr>
          <a:xfrm>
            <a:off x="7955511" y="373665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C10E54-9BAE-4E85-46C3-89976236FF83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5</a:t>
            </a:r>
          </a:p>
        </p:txBody>
      </p:sp>
    </p:spTree>
    <p:extLst>
      <p:ext uri="{BB962C8B-B14F-4D97-AF65-F5344CB8AC3E}">
        <p14:creationId xmlns:p14="http://schemas.microsoft.com/office/powerpoint/2010/main" val="1753965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CE99310-11BC-FE49-29F7-12D36C5BC8C5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1E5A9A-F967-4339-7508-E92EF694F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7146" y="530578"/>
            <a:ext cx="7772400" cy="540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792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4150F7-DDA2-80E1-3CD3-0A7B12F3F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04491" y="1"/>
            <a:ext cx="8583017" cy="6857998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CCD6D491-83A9-B863-E90E-B392FC5C883B}"/>
              </a:ext>
            </a:extLst>
          </p:cNvPr>
          <p:cNvSpPr/>
          <p:nvPr/>
        </p:nvSpPr>
        <p:spPr>
          <a:xfrm>
            <a:off x="1812803" y="19115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3398361-980E-575F-1D51-133712938B0B}"/>
              </a:ext>
            </a:extLst>
          </p:cNvPr>
          <p:cNvSpPr/>
          <p:nvPr/>
        </p:nvSpPr>
        <p:spPr>
          <a:xfrm>
            <a:off x="3538816" y="1747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31AF1B3-EB32-2057-8B44-75F80D78A4ED}"/>
              </a:ext>
            </a:extLst>
          </p:cNvPr>
          <p:cNvSpPr/>
          <p:nvPr/>
        </p:nvSpPr>
        <p:spPr>
          <a:xfrm>
            <a:off x="5260836" y="1747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A280C1-3F08-87D8-5BAD-CE3F4A4767A2}"/>
              </a:ext>
            </a:extLst>
          </p:cNvPr>
          <p:cNvSpPr/>
          <p:nvPr/>
        </p:nvSpPr>
        <p:spPr>
          <a:xfrm>
            <a:off x="6982856" y="1747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ACD66A-4244-3C6A-116A-636088B06EF9}"/>
              </a:ext>
            </a:extLst>
          </p:cNvPr>
          <p:cNvSpPr/>
          <p:nvPr/>
        </p:nvSpPr>
        <p:spPr>
          <a:xfrm>
            <a:off x="8713190" y="17469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EB4D516-39A8-627E-14D2-91386D4590E0}"/>
              </a:ext>
            </a:extLst>
          </p:cNvPr>
          <p:cNvSpPr/>
          <p:nvPr/>
        </p:nvSpPr>
        <p:spPr>
          <a:xfrm>
            <a:off x="1812803" y="173756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C65DA55-6BAF-D8C1-804B-31917A3ABF91}"/>
              </a:ext>
            </a:extLst>
          </p:cNvPr>
          <p:cNvSpPr/>
          <p:nvPr/>
        </p:nvSpPr>
        <p:spPr>
          <a:xfrm>
            <a:off x="3538816" y="1737561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05DB283-5926-1FC4-3FE7-5E300B45610C}"/>
              </a:ext>
            </a:extLst>
          </p:cNvPr>
          <p:cNvSpPr/>
          <p:nvPr/>
        </p:nvSpPr>
        <p:spPr>
          <a:xfrm>
            <a:off x="5260836" y="1737561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1391EAD-2E27-172D-1BA8-B34731797F4F}"/>
              </a:ext>
            </a:extLst>
          </p:cNvPr>
          <p:cNvSpPr/>
          <p:nvPr/>
        </p:nvSpPr>
        <p:spPr>
          <a:xfrm>
            <a:off x="6982856" y="1737561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i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AA05FFC-63C0-AB0A-BD35-B8F5D37B0F2C}"/>
              </a:ext>
            </a:extLst>
          </p:cNvPr>
          <p:cNvSpPr/>
          <p:nvPr/>
        </p:nvSpPr>
        <p:spPr>
          <a:xfrm>
            <a:off x="8713190" y="173756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j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412CC52-A640-6D6B-6DDC-EE3CE91AE21D}"/>
              </a:ext>
            </a:extLst>
          </p:cNvPr>
          <p:cNvSpPr/>
          <p:nvPr/>
        </p:nvSpPr>
        <p:spPr>
          <a:xfrm>
            <a:off x="1812803" y="3457652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k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65ED4A9-E8E0-892D-10D7-0D59A11A9EA6}"/>
              </a:ext>
            </a:extLst>
          </p:cNvPr>
          <p:cNvSpPr/>
          <p:nvPr/>
        </p:nvSpPr>
        <p:spPr>
          <a:xfrm>
            <a:off x="3538816" y="3457652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l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1C31E96-3D80-2A70-E2CA-492DF269D854}"/>
              </a:ext>
            </a:extLst>
          </p:cNvPr>
          <p:cNvSpPr/>
          <p:nvPr/>
        </p:nvSpPr>
        <p:spPr>
          <a:xfrm>
            <a:off x="5260836" y="3457652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m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F275071-243A-6EA4-AD21-F06934A4D75C}"/>
              </a:ext>
            </a:extLst>
          </p:cNvPr>
          <p:cNvSpPr/>
          <p:nvPr/>
        </p:nvSpPr>
        <p:spPr>
          <a:xfrm>
            <a:off x="6982856" y="3457652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FD29675-0631-1908-A826-9D1D28B2E8B4}"/>
              </a:ext>
            </a:extLst>
          </p:cNvPr>
          <p:cNvSpPr/>
          <p:nvPr/>
        </p:nvSpPr>
        <p:spPr>
          <a:xfrm>
            <a:off x="8713190" y="3457651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o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2313A9B-9AA4-65FA-5CBE-2596FBEF9147}"/>
              </a:ext>
            </a:extLst>
          </p:cNvPr>
          <p:cNvSpPr/>
          <p:nvPr/>
        </p:nvSpPr>
        <p:spPr>
          <a:xfrm>
            <a:off x="1812803" y="5186057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p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18FD01A-1225-6B1C-AC33-6A246C5B8F6B}"/>
              </a:ext>
            </a:extLst>
          </p:cNvPr>
          <p:cNvSpPr/>
          <p:nvPr/>
        </p:nvSpPr>
        <p:spPr>
          <a:xfrm>
            <a:off x="3538816" y="5186057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q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1E1E1679-31AE-1512-9450-8A9597663486}"/>
              </a:ext>
            </a:extLst>
          </p:cNvPr>
          <p:cNvSpPr/>
          <p:nvPr/>
        </p:nvSpPr>
        <p:spPr>
          <a:xfrm>
            <a:off x="5260836" y="5186057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F58FA5-A8FE-60F6-E413-EBD43680B914}"/>
              </a:ext>
            </a:extLst>
          </p:cNvPr>
          <p:cNvSpPr/>
          <p:nvPr/>
        </p:nvSpPr>
        <p:spPr>
          <a:xfrm>
            <a:off x="6982856" y="5186057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E5397B4-6E99-15DC-4551-E26637100A8A}"/>
              </a:ext>
            </a:extLst>
          </p:cNvPr>
          <p:cNvSpPr/>
          <p:nvPr/>
        </p:nvSpPr>
        <p:spPr>
          <a:xfrm>
            <a:off x="8713190" y="5186056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5FBF522-3AD1-9F93-0BEA-4439BA743468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7</a:t>
            </a:r>
          </a:p>
        </p:txBody>
      </p:sp>
    </p:spTree>
    <p:extLst>
      <p:ext uri="{BB962C8B-B14F-4D97-AF65-F5344CB8AC3E}">
        <p14:creationId xmlns:p14="http://schemas.microsoft.com/office/powerpoint/2010/main" val="42278770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A25BA78F-A1C6-69BE-AA94-2966039D15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735" y="936814"/>
            <a:ext cx="9764889" cy="38772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437905-DAC4-774E-EA8D-B3E2A66F0E03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8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748C73E-19B9-B4B3-192A-40B976A956BC}"/>
              </a:ext>
            </a:extLst>
          </p:cNvPr>
          <p:cNvSpPr/>
          <p:nvPr/>
        </p:nvSpPr>
        <p:spPr>
          <a:xfrm>
            <a:off x="1335739" y="938457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a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55CA9B-11F5-1414-6110-58BFECA685C5}"/>
              </a:ext>
            </a:extLst>
          </p:cNvPr>
          <p:cNvSpPr/>
          <p:nvPr/>
        </p:nvSpPr>
        <p:spPr>
          <a:xfrm>
            <a:off x="3298793" y="936811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A8FFE3D-2FB7-F06F-CC3F-335745F5841A}"/>
              </a:ext>
            </a:extLst>
          </p:cNvPr>
          <p:cNvSpPr/>
          <p:nvPr/>
        </p:nvSpPr>
        <p:spPr>
          <a:xfrm>
            <a:off x="5261847" y="93681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E54FB7-A440-35AE-D189-A4890430BC6E}"/>
              </a:ext>
            </a:extLst>
          </p:cNvPr>
          <p:cNvSpPr/>
          <p:nvPr/>
        </p:nvSpPr>
        <p:spPr>
          <a:xfrm>
            <a:off x="7224901" y="93681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31A39D6-8E86-E60D-E72F-867C90F80BB6}"/>
              </a:ext>
            </a:extLst>
          </p:cNvPr>
          <p:cNvSpPr/>
          <p:nvPr/>
        </p:nvSpPr>
        <p:spPr>
          <a:xfrm>
            <a:off x="9187955" y="93681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794D7EF-AB99-C679-E474-224F2884ACB1}"/>
              </a:ext>
            </a:extLst>
          </p:cNvPr>
          <p:cNvSpPr/>
          <p:nvPr/>
        </p:nvSpPr>
        <p:spPr>
          <a:xfrm>
            <a:off x="1335738" y="2904764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</a:rPr>
              <a:t>f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145A53-0473-6861-1385-7D570A2F59F9}"/>
              </a:ext>
            </a:extLst>
          </p:cNvPr>
          <p:cNvSpPr/>
          <p:nvPr/>
        </p:nvSpPr>
        <p:spPr>
          <a:xfrm>
            <a:off x="3311148" y="290008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FB35FE-1C77-36B2-FC46-809081277376}"/>
              </a:ext>
            </a:extLst>
          </p:cNvPr>
          <p:cNvSpPr/>
          <p:nvPr/>
        </p:nvSpPr>
        <p:spPr>
          <a:xfrm>
            <a:off x="5268570" y="2900080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h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36C584F-E5F7-C770-B916-DDF62045DB0A}"/>
              </a:ext>
            </a:extLst>
          </p:cNvPr>
          <p:cNvSpPr/>
          <p:nvPr/>
        </p:nvSpPr>
        <p:spPr>
          <a:xfrm>
            <a:off x="7224900" y="2902522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i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72C185-2CA4-E4A2-0C76-032728B467FD}"/>
              </a:ext>
            </a:extLst>
          </p:cNvPr>
          <p:cNvSpPr/>
          <p:nvPr/>
        </p:nvSpPr>
        <p:spPr>
          <a:xfrm>
            <a:off x="9187955" y="2900079"/>
            <a:ext cx="280341" cy="276999"/>
          </a:xfrm>
          <a:prstGeom prst="rect">
            <a:avLst/>
          </a:prstGeom>
          <a:solidFill>
            <a:schemeClr val="bg1"/>
          </a:solidFill>
          <a:ln w="1270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j</a:t>
            </a:r>
          </a:p>
        </p:txBody>
      </p:sp>
    </p:spTree>
    <p:extLst>
      <p:ext uri="{BB962C8B-B14F-4D97-AF65-F5344CB8AC3E}">
        <p14:creationId xmlns:p14="http://schemas.microsoft.com/office/powerpoint/2010/main" val="2575881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02841-7EFF-E887-B3F0-88612C56B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041EFD7-DB55-746B-CBE0-63FC7113EBB5}"/>
              </a:ext>
            </a:extLst>
          </p:cNvPr>
          <p:cNvSpPr txBox="1"/>
          <p:nvPr/>
        </p:nvSpPr>
        <p:spPr>
          <a:xfrm>
            <a:off x="0" y="0"/>
            <a:ext cx="8825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Fig. 9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D64783-7B41-4107-D8E7-71BDF65B37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4400"/>
            <a:ext cx="5885483" cy="360227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6FC80D-ADAE-4BD3-3A16-08355EFBF2F9}"/>
              </a:ext>
            </a:extLst>
          </p:cNvPr>
          <p:cNvSpPr txBox="1"/>
          <p:nvPr/>
        </p:nvSpPr>
        <p:spPr>
          <a:xfrm>
            <a:off x="334090" y="725679"/>
            <a:ext cx="12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Clip = 5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7207B3-BB95-8C23-2FDB-74F9236537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8107" y="914400"/>
            <a:ext cx="5943746" cy="36022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57154CB-9A51-A1D3-6166-F55BDE23F1DE}"/>
              </a:ext>
            </a:extLst>
          </p:cNvPr>
          <p:cNvSpPr txBox="1"/>
          <p:nvPr/>
        </p:nvSpPr>
        <p:spPr>
          <a:xfrm>
            <a:off x="6219573" y="725679"/>
            <a:ext cx="128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Clip = 2</a:t>
            </a:r>
          </a:p>
        </p:txBody>
      </p:sp>
    </p:spTree>
    <p:extLst>
      <p:ext uri="{BB962C8B-B14F-4D97-AF65-F5344CB8AC3E}">
        <p14:creationId xmlns:p14="http://schemas.microsoft.com/office/powerpoint/2010/main" val="34335399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25846</TotalTime>
  <Words>180</Words>
  <Application>Microsoft Macintosh PowerPoint</Application>
  <PresentationFormat>Widescreen</PresentationFormat>
  <Paragraphs>69</Paragraphs>
  <Slides>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Watkins, Daniel</dc:creator>
  <cp:lastModifiedBy>Watkins, Daniel</cp:lastModifiedBy>
  <cp:revision>10</cp:revision>
  <dcterms:created xsi:type="dcterms:W3CDTF">2026-07-06T21:16:38Z</dcterms:created>
  <dcterms:modified xsi:type="dcterms:W3CDTF">2026-09-28T17:37:34Z</dcterms:modified>
</cp:coreProperties>
</file>