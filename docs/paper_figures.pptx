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0" r:id="rId5"/>
    <p:sldId id="264" r:id="rId6"/>
    <p:sldId id="265" r:id="rId7"/>
    <p:sldId id="268" r:id="rId8"/>
    <p:sldId id="267" r:id="rId9"/>
    <p:sldId id="269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85"/>
    <p:restoredTop sz="94658"/>
  </p:normalViewPr>
  <p:slideViewPr>
    <p:cSldViewPr snapToGrid="0">
      <p:cViewPr varScale="1">
        <p:scale>
          <a:sx n="120" d="100"/>
          <a:sy n="120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C543D-4D58-4B45-8EF5-3E2793E68BF4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5DDE3-583D-9B40-A1BA-6247D27CF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79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calibration for the cloud mask function. Potential addition: histograms, curves for the ice/water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19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 of the discriminate ice-water function, uses the training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56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Overlay of reference shapes, testing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19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Binarization and object detection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898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E0CCD-2AFA-14CE-D82D-173FE859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608E8-F74E-CF54-33E8-2326805E6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D80CE-4FD7-2A42-CD09-55DF69F0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151D-270B-0EA9-9BFB-3E9D39919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4019B-452C-9AB8-3641-5E463E7EB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F67A1-10E4-C08C-A365-91D94CEA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8085-7BD6-E50A-4912-2EF24EB4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4B082-81E0-16A4-18AD-8A333C2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D3F2C-7F42-4AFA-A8D1-60DDBDF01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FD7CA-D901-CA0C-C5D1-22139B1A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5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4595-4194-C4BF-CC41-648C83F8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F699E-DB50-1827-80E2-3C57BF177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B0F26-EEF0-987B-E543-4673E25F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ECF2B-C4EB-51C9-0600-A4851807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F522B-A584-3957-82FB-9A475154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3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02DD-F0C6-6934-ACEF-3C06846F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4233C-345F-EB65-2985-3AADF6E76F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E0C8ED-436A-E39E-80CB-9D176871B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F9A42E-0FAC-6A28-26F7-F3604455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62E5E-43EC-61B6-2D2D-CC57A755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492DC-50EF-ED4E-0CF3-4675E5841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82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D97FD-A887-BE19-2C7B-8C934C12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D767B-5B38-15E5-9D27-E07201376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1FD6B-CFD7-8E44-8BF2-A1A257E02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9113A-95F9-860D-74E5-4CCC09B72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0042C-8CE4-8454-0E60-955E56CC3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F4F53-DC67-19C4-DD67-4462BB48F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102A2B-E8A4-D4A4-8D68-A21713F09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A91CB-2D70-72A6-20EB-BC649CDAB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95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63C8C-2A54-A9FF-216D-08675449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D9AEF-74C3-AFA9-1DF2-42EC55E32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B3ADB-4F40-568F-D3EB-7099B028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2994D-04DA-E91D-C38F-526F6DA4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2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F75016-A809-6534-48CE-784089E1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1A76F-6FAC-CE39-D6B4-2FFD1AC46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6356-CB4E-06B9-AB25-F3BAEA76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76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D1D1-7E68-3AC3-CC1D-F7A201479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061F-9A6A-C62A-99DA-223C8A4E0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B888F-6C70-BB0A-D8B4-5156C0F3AE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67D9C-9454-46DB-9B9B-C87E5C6FA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9C18C-B27C-088D-7513-6A1DAF434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F4DEDE-F2CD-3F64-2B0D-610291C33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6FEE-DE8D-4603-DE1C-CDD1AA8CC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02640F-1B49-3475-2C31-1779F80CC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25B7B-D1B3-D708-0118-5BE7146D6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29F12-C3A9-48DF-B2D8-9FA911FE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E7AD6-98D6-4502-F054-DC40C8D1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1F0A53-0A39-D74C-C5A0-A0D56BEA6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25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D258-BC5F-A9DD-155E-C49013220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0953B-A800-831C-1DC4-00435326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DF92C-09A6-1B2D-F4A2-5288CC2A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38F3F-1513-B3C7-DFA4-060F584F2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13ADD-6226-E7B3-A91F-FA2B416D9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50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2485-A507-F8C0-1154-E922A907FC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19695-8777-ADC4-CF64-3FBB7957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FA1B2-F3AD-EDE8-6278-DB161095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11E-0BFB-7BE4-494B-32EEFB39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1A3DC-B6CA-EDB3-25A8-75A56ED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8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4E14D4-EF7C-41EB-F3F8-2DF23644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F4E64-6429-87D4-134A-CA9CAD0DF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CC005-1198-406E-2D77-05E54CAE27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5F9FC-59F7-0A4E-8D01-3B16729FDBC8}" type="datetimeFigureOut">
              <a:rPr lang="en-US" smtClean="0"/>
              <a:t>7/21/26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383EF-35CD-E19B-4332-D43A6D411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53F10-ED56-B665-638B-C3C68040F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1C01E0-AECE-DBE2-0506-374C34E64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928" y="1144877"/>
            <a:ext cx="3450143" cy="45682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028A52-9630-0DEF-7046-680033A2959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</a:t>
            </a:r>
          </a:p>
        </p:txBody>
      </p:sp>
    </p:spTree>
    <p:extLst>
      <p:ext uri="{BB962C8B-B14F-4D97-AF65-F5344CB8AC3E}">
        <p14:creationId xmlns:p14="http://schemas.microsoft.com/office/powerpoint/2010/main" val="391538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A14417-D2D2-DFA9-3115-4E7F3772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600200"/>
            <a:ext cx="548640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234CF-D6CB-A695-B654-D52E62E9BAA2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2</a:t>
            </a:r>
          </a:p>
        </p:txBody>
      </p:sp>
    </p:spTree>
    <p:extLst>
      <p:ext uri="{BB962C8B-B14F-4D97-AF65-F5344CB8AC3E}">
        <p14:creationId xmlns:p14="http://schemas.microsoft.com/office/powerpoint/2010/main" val="249174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F39563-715B-5188-53EA-52F4DBBAC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4440"/>
            <a:ext cx="7772400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CAAC92-09FC-0F22-7A04-C6B2DFC7044F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</a:t>
            </a:r>
          </a:p>
        </p:txBody>
      </p:sp>
    </p:spTree>
    <p:extLst>
      <p:ext uri="{BB962C8B-B14F-4D97-AF65-F5344CB8AC3E}">
        <p14:creationId xmlns:p14="http://schemas.microsoft.com/office/powerpoint/2010/main" val="271717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0737E24-0CD4-8D45-5BBF-E95934BF0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" t="18732" r="57"/>
          <a:stretch>
            <a:fillRect/>
          </a:stretch>
        </p:blipFill>
        <p:spPr>
          <a:xfrm>
            <a:off x="6214185" y="213187"/>
            <a:ext cx="4562856" cy="37081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A2B080-94F0-0DB0-6ED3-11E6191A6A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" t="18732" r="-94"/>
          <a:stretch>
            <a:fillRect/>
          </a:stretch>
        </p:blipFill>
        <p:spPr>
          <a:xfrm>
            <a:off x="1691779" y="213187"/>
            <a:ext cx="4562856" cy="3708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55C09A-176C-6A90-B7F3-B553D0E100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80933" y="3799703"/>
            <a:ext cx="9630133" cy="30582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A705E1-B495-9AA6-0A6D-75CA37BC0AD3}"/>
              </a:ext>
            </a:extLst>
          </p:cNvPr>
          <p:cNvSpPr txBox="1"/>
          <p:nvPr/>
        </p:nvSpPr>
        <p:spPr>
          <a:xfrm>
            <a:off x="1943476" y="2039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48498-236B-C5C0-BE89-322AEE8D004F}"/>
              </a:ext>
            </a:extLst>
          </p:cNvPr>
          <p:cNvSpPr txBox="1"/>
          <p:nvPr/>
        </p:nvSpPr>
        <p:spPr>
          <a:xfrm>
            <a:off x="6457868" y="20393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D17D7E-763E-8FA4-4928-2EFED95E023D}"/>
              </a:ext>
            </a:extLst>
          </p:cNvPr>
          <p:cNvSpPr txBox="1"/>
          <p:nvPr/>
        </p:nvSpPr>
        <p:spPr>
          <a:xfrm>
            <a:off x="1412380" y="3736659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F4F2BB-6BD4-CF1C-FDE5-4D5C4939D101}"/>
              </a:ext>
            </a:extLst>
          </p:cNvPr>
          <p:cNvSpPr txBox="1"/>
          <p:nvPr/>
        </p:nvSpPr>
        <p:spPr>
          <a:xfrm>
            <a:off x="4993542" y="373665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B0F93-082B-2771-10DE-4BE936FEF683}"/>
              </a:ext>
            </a:extLst>
          </p:cNvPr>
          <p:cNvSpPr txBox="1"/>
          <p:nvPr/>
        </p:nvSpPr>
        <p:spPr>
          <a:xfrm>
            <a:off x="7955511" y="37366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C10E54-9BAE-4E85-46C3-89976236FF8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4</a:t>
            </a:r>
          </a:p>
        </p:txBody>
      </p:sp>
    </p:spTree>
    <p:extLst>
      <p:ext uri="{BB962C8B-B14F-4D97-AF65-F5344CB8AC3E}">
        <p14:creationId xmlns:p14="http://schemas.microsoft.com/office/powerpoint/2010/main" val="1753965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A9EB4C-63E0-D2A6-1BA9-C9F06C1FE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8629" y="0"/>
            <a:ext cx="807474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E99310-11BC-FE49-29F7-12D36C5BC8C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5</a:t>
            </a:r>
          </a:p>
        </p:txBody>
      </p:sp>
    </p:spTree>
    <p:extLst>
      <p:ext uri="{BB962C8B-B14F-4D97-AF65-F5344CB8AC3E}">
        <p14:creationId xmlns:p14="http://schemas.microsoft.com/office/powerpoint/2010/main" val="25777792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4150F7-DDA2-80E1-3CD3-0A7B12F3F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04491" y="1"/>
            <a:ext cx="8583017" cy="685799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CCD6D491-83A9-B863-E90E-B392FC5C883B}"/>
              </a:ext>
            </a:extLst>
          </p:cNvPr>
          <p:cNvSpPr/>
          <p:nvPr/>
        </p:nvSpPr>
        <p:spPr>
          <a:xfrm>
            <a:off x="1812803" y="19115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3398361-980E-575F-1D51-133712938B0B}"/>
              </a:ext>
            </a:extLst>
          </p:cNvPr>
          <p:cNvSpPr/>
          <p:nvPr/>
        </p:nvSpPr>
        <p:spPr>
          <a:xfrm>
            <a:off x="353881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1AF1B3-EB32-2057-8B44-75F80D78A4ED}"/>
              </a:ext>
            </a:extLst>
          </p:cNvPr>
          <p:cNvSpPr/>
          <p:nvPr/>
        </p:nvSpPr>
        <p:spPr>
          <a:xfrm>
            <a:off x="526083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A280C1-3F08-87D8-5BAD-CE3F4A4767A2}"/>
              </a:ext>
            </a:extLst>
          </p:cNvPr>
          <p:cNvSpPr/>
          <p:nvPr/>
        </p:nvSpPr>
        <p:spPr>
          <a:xfrm>
            <a:off x="698285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CD66A-4244-3C6A-116A-636088B06EF9}"/>
              </a:ext>
            </a:extLst>
          </p:cNvPr>
          <p:cNvSpPr/>
          <p:nvPr/>
        </p:nvSpPr>
        <p:spPr>
          <a:xfrm>
            <a:off x="8713190" y="17469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B4D516-39A8-627E-14D2-91386D4590E0}"/>
              </a:ext>
            </a:extLst>
          </p:cNvPr>
          <p:cNvSpPr/>
          <p:nvPr/>
        </p:nvSpPr>
        <p:spPr>
          <a:xfrm>
            <a:off x="1812803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C65DA55-6BAF-D8C1-804B-31917A3ABF91}"/>
              </a:ext>
            </a:extLst>
          </p:cNvPr>
          <p:cNvSpPr/>
          <p:nvPr/>
        </p:nvSpPr>
        <p:spPr>
          <a:xfrm>
            <a:off x="353881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5DB283-5926-1FC4-3FE7-5E300B45610C}"/>
              </a:ext>
            </a:extLst>
          </p:cNvPr>
          <p:cNvSpPr/>
          <p:nvPr/>
        </p:nvSpPr>
        <p:spPr>
          <a:xfrm>
            <a:off x="526083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391EAD-2E27-172D-1BA8-B34731797F4F}"/>
              </a:ext>
            </a:extLst>
          </p:cNvPr>
          <p:cNvSpPr/>
          <p:nvPr/>
        </p:nvSpPr>
        <p:spPr>
          <a:xfrm>
            <a:off x="698285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A05FFC-63C0-AB0A-BD35-B8F5D37B0F2C}"/>
              </a:ext>
            </a:extLst>
          </p:cNvPr>
          <p:cNvSpPr/>
          <p:nvPr/>
        </p:nvSpPr>
        <p:spPr>
          <a:xfrm>
            <a:off x="8713190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412CC52-A640-6D6B-6DDC-EE3CE91AE21D}"/>
              </a:ext>
            </a:extLst>
          </p:cNvPr>
          <p:cNvSpPr/>
          <p:nvPr/>
        </p:nvSpPr>
        <p:spPr>
          <a:xfrm>
            <a:off x="1812803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5ED4A9-E8E0-892D-10D7-0D59A11A9EA6}"/>
              </a:ext>
            </a:extLst>
          </p:cNvPr>
          <p:cNvSpPr/>
          <p:nvPr/>
        </p:nvSpPr>
        <p:spPr>
          <a:xfrm>
            <a:off x="353881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C31E96-3D80-2A70-E2CA-492DF269D854}"/>
              </a:ext>
            </a:extLst>
          </p:cNvPr>
          <p:cNvSpPr/>
          <p:nvPr/>
        </p:nvSpPr>
        <p:spPr>
          <a:xfrm>
            <a:off x="526083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275071-243A-6EA4-AD21-F06934A4D75C}"/>
              </a:ext>
            </a:extLst>
          </p:cNvPr>
          <p:cNvSpPr/>
          <p:nvPr/>
        </p:nvSpPr>
        <p:spPr>
          <a:xfrm>
            <a:off x="698285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D29675-0631-1908-A826-9D1D28B2E8B4}"/>
              </a:ext>
            </a:extLst>
          </p:cNvPr>
          <p:cNvSpPr/>
          <p:nvPr/>
        </p:nvSpPr>
        <p:spPr>
          <a:xfrm>
            <a:off x="8713190" y="345765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313A9B-9AA4-65FA-5CBE-2596FBEF9147}"/>
              </a:ext>
            </a:extLst>
          </p:cNvPr>
          <p:cNvSpPr/>
          <p:nvPr/>
        </p:nvSpPr>
        <p:spPr>
          <a:xfrm>
            <a:off x="1812803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18FD01A-1225-6B1C-AC33-6A246C5B8F6B}"/>
              </a:ext>
            </a:extLst>
          </p:cNvPr>
          <p:cNvSpPr/>
          <p:nvPr/>
        </p:nvSpPr>
        <p:spPr>
          <a:xfrm>
            <a:off x="353881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1E1679-31AE-1512-9450-8A9597663486}"/>
              </a:ext>
            </a:extLst>
          </p:cNvPr>
          <p:cNvSpPr/>
          <p:nvPr/>
        </p:nvSpPr>
        <p:spPr>
          <a:xfrm>
            <a:off x="526083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1F58FA5-A8FE-60F6-E413-EBD43680B914}"/>
              </a:ext>
            </a:extLst>
          </p:cNvPr>
          <p:cNvSpPr/>
          <p:nvPr/>
        </p:nvSpPr>
        <p:spPr>
          <a:xfrm>
            <a:off x="698285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397B4-6E99-15DC-4551-E26637100A8A}"/>
              </a:ext>
            </a:extLst>
          </p:cNvPr>
          <p:cNvSpPr/>
          <p:nvPr/>
        </p:nvSpPr>
        <p:spPr>
          <a:xfrm>
            <a:off x="8713190" y="5186056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BF522-3AD1-9F93-0BEA-4439BA74346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6</a:t>
            </a:r>
          </a:p>
        </p:txBody>
      </p:sp>
    </p:spTree>
    <p:extLst>
      <p:ext uri="{BB962C8B-B14F-4D97-AF65-F5344CB8AC3E}">
        <p14:creationId xmlns:p14="http://schemas.microsoft.com/office/powerpoint/2010/main" val="4227877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74FD-45D7-F39C-AAD4-1AED0A19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23B6AF8B-8C36-CB4B-E335-9F0604CA5C7F}"/>
              </a:ext>
            </a:extLst>
          </p:cNvPr>
          <p:cNvSpPr txBox="1"/>
          <p:nvPr/>
        </p:nvSpPr>
        <p:spPr>
          <a:xfrm>
            <a:off x="867988" y="3615420"/>
            <a:ext cx="1319248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Grayscale Image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51265B-CB9E-156E-5D2F-5F8581573202}"/>
              </a:ext>
            </a:extLst>
          </p:cNvPr>
          <p:cNvSpPr txBox="1"/>
          <p:nvPr/>
        </p:nvSpPr>
        <p:spPr>
          <a:xfrm>
            <a:off x="720346" y="5344030"/>
            <a:ext cx="15897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Classification Masks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252B09-F2E3-CE10-CFF4-2E56D5C3D33F}"/>
              </a:ext>
            </a:extLst>
          </p:cNvPr>
          <p:cNvSpPr txBox="1"/>
          <p:nvPr/>
        </p:nvSpPr>
        <p:spPr>
          <a:xfrm>
            <a:off x="8231083" y="4627235"/>
            <a:ext cx="176248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Detected Floes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D3556E-0CBE-7F35-D88E-F8086EE238BB}"/>
              </a:ext>
            </a:extLst>
          </p:cNvPr>
          <p:cNvSpPr txBox="1"/>
          <p:nvPr/>
        </p:nvSpPr>
        <p:spPr>
          <a:xfrm>
            <a:off x="855587" y="4488736"/>
            <a:ext cx="1319248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False Color</a:t>
            </a:r>
          </a:p>
          <a:p>
            <a:pPr algn="ctr"/>
            <a:r>
              <a:rPr lang="en-US" dirty="0"/>
              <a:t>Image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9F81DD-D870-346A-31D7-408B2D684462}"/>
              </a:ext>
            </a:extLst>
          </p:cNvPr>
          <p:cNvGrpSpPr/>
          <p:nvPr/>
        </p:nvGrpSpPr>
        <p:grpSpPr>
          <a:xfrm>
            <a:off x="5429046" y="354167"/>
            <a:ext cx="2066125" cy="3236132"/>
            <a:chOff x="3818143" y="1174763"/>
            <a:chExt cx="2066125" cy="3236132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1C25579-743F-9F4D-440A-53E7C3DF1588}"/>
                </a:ext>
              </a:extLst>
            </p:cNvPr>
            <p:cNvSpPr/>
            <p:nvPr/>
          </p:nvSpPr>
          <p:spPr>
            <a:xfrm>
              <a:off x="3818143" y="1174763"/>
              <a:ext cx="2024245" cy="32361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31AED2C-4E83-59F4-37F8-B5ADB84C617C}"/>
                </a:ext>
              </a:extLst>
            </p:cNvPr>
            <p:cNvSpPr txBox="1"/>
            <p:nvPr/>
          </p:nvSpPr>
          <p:spPr>
            <a:xfrm>
              <a:off x="4005517" y="2175717"/>
              <a:ext cx="1649495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Relevant 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09CD306-28C3-5239-4520-5780C8BCFA62}"/>
                </a:ext>
              </a:extLst>
            </p:cNvPr>
            <p:cNvSpPr txBox="1"/>
            <p:nvPr/>
          </p:nvSpPr>
          <p:spPr>
            <a:xfrm>
              <a:off x="3945096" y="1613756"/>
              <a:ext cx="1770336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Floe Properties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E78EEAA-850F-68F7-A302-5DD891018391}"/>
                </a:ext>
              </a:extLst>
            </p:cNvPr>
            <p:cNvSpPr txBox="1"/>
            <p:nvPr/>
          </p:nvSpPr>
          <p:spPr>
            <a:xfrm>
              <a:off x="4149700" y="3576639"/>
              <a:ext cx="1444892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Resolve Conflicts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F1DBA97-51AE-2298-9B8C-4DEF6DF7E993}"/>
                </a:ext>
              </a:extLst>
            </p:cNvPr>
            <p:cNvSpPr txBox="1"/>
            <p:nvPr/>
          </p:nvSpPr>
          <p:spPr>
            <a:xfrm>
              <a:off x="4149700" y="2737678"/>
              <a:ext cx="1444892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Quality Comparison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1E021DE-AFB3-20B5-630A-223E156B585E}"/>
                </a:ext>
              </a:extLst>
            </p:cNvPr>
            <p:cNvSpPr txBox="1"/>
            <p:nvPr/>
          </p:nvSpPr>
          <p:spPr>
            <a:xfrm>
              <a:off x="3860023" y="1174763"/>
              <a:ext cx="20242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Merge Floes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432310-6F96-296C-D817-3EDA640E5584}"/>
              </a:ext>
            </a:extLst>
          </p:cNvPr>
          <p:cNvGrpSpPr/>
          <p:nvPr/>
        </p:nvGrpSpPr>
        <p:grpSpPr>
          <a:xfrm>
            <a:off x="2981128" y="358815"/>
            <a:ext cx="2040321" cy="3236132"/>
            <a:chOff x="2777654" y="1537888"/>
            <a:chExt cx="2040321" cy="323613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904632E-D4A2-6A5A-3894-7EA8AD5BEAEF}"/>
                </a:ext>
              </a:extLst>
            </p:cNvPr>
            <p:cNvSpPr/>
            <p:nvPr/>
          </p:nvSpPr>
          <p:spPr>
            <a:xfrm>
              <a:off x="2793730" y="1537888"/>
              <a:ext cx="2024245" cy="32361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ç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ECAD6E-46A4-B2F2-AFF8-0ECA35A68F1A}"/>
                </a:ext>
              </a:extLst>
            </p:cNvPr>
            <p:cNvSpPr txBox="1"/>
            <p:nvPr/>
          </p:nvSpPr>
          <p:spPr>
            <a:xfrm>
              <a:off x="3217403" y="2506446"/>
              <a:ext cx="1228507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Binarize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B45AA69-2ED3-30CA-6C25-BF0928FDC4B9}"/>
                </a:ext>
              </a:extLst>
            </p:cNvPr>
            <p:cNvSpPr txBox="1"/>
            <p:nvPr/>
          </p:nvSpPr>
          <p:spPr>
            <a:xfrm>
              <a:off x="3067330" y="3060933"/>
              <a:ext cx="144489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Clean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767841F-B78A-9784-3005-2E22EBB41D75}"/>
                </a:ext>
              </a:extLst>
            </p:cNvPr>
            <p:cNvSpPr txBox="1"/>
            <p:nvPr/>
          </p:nvSpPr>
          <p:spPr>
            <a:xfrm>
              <a:off x="3125788" y="3615420"/>
              <a:ext cx="132012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Split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81BEF48-CA7D-AACB-770C-B001E3F28DBC}"/>
                </a:ext>
              </a:extLst>
            </p:cNvPr>
            <p:cNvSpPr txBox="1"/>
            <p:nvPr/>
          </p:nvSpPr>
          <p:spPr>
            <a:xfrm>
              <a:off x="2777654" y="1546622"/>
              <a:ext cx="20242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Floe Identification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F071C03-1BFE-658A-381E-9FAF88349398}"/>
                </a:ext>
              </a:extLst>
            </p:cNvPr>
            <p:cNvSpPr txBox="1"/>
            <p:nvPr/>
          </p:nvSpPr>
          <p:spPr>
            <a:xfrm>
              <a:off x="3147391" y="1951959"/>
              <a:ext cx="1380907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Preprocess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736EE10-A04A-68C2-71CB-C07AFEFAEA3C}"/>
                </a:ext>
              </a:extLst>
            </p:cNvPr>
            <p:cNvSpPr txBox="1"/>
            <p:nvPr/>
          </p:nvSpPr>
          <p:spPr>
            <a:xfrm>
              <a:off x="3147391" y="4169905"/>
              <a:ext cx="132012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Filter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47370B-6346-B9A3-1145-51C7BA605EF7}"/>
              </a:ext>
            </a:extLst>
          </p:cNvPr>
          <p:cNvSpPr txBox="1"/>
          <p:nvPr/>
        </p:nvSpPr>
        <p:spPr>
          <a:xfrm>
            <a:off x="3969676" y="4304070"/>
            <a:ext cx="202424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K-Means Workflow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B7D87-682A-BC09-E968-40FB0B838CE6}"/>
              </a:ext>
            </a:extLst>
          </p:cNvPr>
          <p:cNvSpPr txBox="1"/>
          <p:nvPr/>
        </p:nvSpPr>
        <p:spPr>
          <a:xfrm>
            <a:off x="3763033" y="4871132"/>
            <a:ext cx="2332967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Adaptive Threshold Workflow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578866-D675-0E1C-DF08-4720BBA9342B}"/>
              </a:ext>
            </a:extLst>
          </p:cNvPr>
          <p:cNvSpPr txBox="1"/>
          <p:nvPr/>
        </p:nvSpPr>
        <p:spPr>
          <a:xfrm>
            <a:off x="6474748" y="4627235"/>
            <a:ext cx="144489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B516D48-D21D-70CB-8A5F-3AE0D5E0CBF7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93921" y="4488736"/>
            <a:ext cx="480827" cy="323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9F220BC-9A0A-DFCE-2ADE-32A4B63C3179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6096000" y="4811901"/>
            <a:ext cx="378748" cy="3823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8614604-98C8-5EC0-02B8-8EFD87946EE9}"/>
              </a:ext>
            </a:extLst>
          </p:cNvPr>
          <p:cNvCxnSpPr>
            <a:cxnSpLocks/>
            <a:stCxn id="11" idx="3"/>
            <a:endCxn id="47" idx="1"/>
          </p:cNvCxnSpPr>
          <p:nvPr/>
        </p:nvCxnSpPr>
        <p:spPr>
          <a:xfrm>
            <a:off x="7919640" y="4811901"/>
            <a:ext cx="3114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994AD28-BA5E-810C-91E3-E46D9607A7C5}"/>
              </a:ext>
            </a:extLst>
          </p:cNvPr>
          <p:cNvCxnSpPr>
            <a:stCxn id="4" idx="2"/>
            <a:endCxn id="41" idx="0"/>
          </p:cNvCxnSpPr>
          <p:nvPr/>
        </p:nvCxnSpPr>
        <p:spPr>
          <a:xfrm>
            <a:off x="1515211" y="5135067"/>
            <a:ext cx="0" cy="208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E71024-530F-1A6A-E94A-FD6C85A66BB5}"/>
              </a:ext>
            </a:extLst>
          </p:cNvPr>
          <p:cNvCxnSpPr>
            <a:stCxn id="26" idx="3"/>
            <a:endCxn id="5" idx="1"/>
          </p:cNvCxnSpPr>
          <p:nvPr/>
        </p:nvCxnSpPr>
        <p:spPr>
          <a:xfrm>
            <a:off x="2187236" y="3938586"/>
            <a:ext cx="1782440" cy="550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BAB9357-6F6F-CBB8-3BB6-DE06F55C54DE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>
            <a:off x="2187236" y="3938586"/>
            <a:ext cx="1575797" cy="1255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2125CE-1A0C-F701-1796-04A0F2C324B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2174835" y="4488736"/>
            <a:ext cx="1794841" cy="323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9B295DF-61D9-1902-7394-2122479436C0}"/>
              </a:ext>
            </a:extLst>
          </p:cNvPr>
          <p:cNvCxnSpPr>
            <a:cxnSpLocks/>
            <a:stCxn id="41" idx="3"/>
            <a:endCxn id="5" idx="1"/>
          </p:cNvCxnSpPr>
          <p:nvPr/>
        </p:nvCxnSpPr>
        <p:spPr>
          <a:xfrm flipV="1">
            <a:off x="2310075" y="4488736"/>
            <a:ext cx="1659601" cy="1178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AC9775E-605A-D36F-BD05-EFA22BE6C015}"/>
              </a:ext>
            </a:extLst>
          </p:cNvPr>
          <p:cNvCxnSpPr>
            <a:cxnSpLocks/>
            <a:stCxn id="41" idx="3"/>
            <a:endCxn id="6" idx="1"/>
          </p:cNvCxnSpPr>
          <p:nvPr/>
        </p:nvCxnSpPr>
        <p:spPr>
          <a:xfrm flipV="1">
            <a:off x="2310075" y="5194298"/>
            <a:ext cx="1452958" cy="47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5A06154-717D-2793-2232-49A8F610F67E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39890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FFC7E-8431-D1FF-4CCA-51B5A4EAE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A31779-7549-AC45-7B50-5A092E7DE94B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8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AB7A87-BD01-F923-94B8-1EBA0AB912B1}"/>
              </a:ext>
            </a:extLst>
          </p:cNvPr>
          <p:cNvSpPr/>
          <p:nvPr/>
        </p:nvSpPr>
        <p:spPr>
          <a:xfrm>
            <a:off x="2549640" y="1348652"/>
            <a:ext cx="2096105" cy="19111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Original 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BC0E33-3E0B-77C8-FB5F-2640117DC666}"/>
              </a:ext>
            </a:extLst>
          </p:cNvPr>
          <p:cNvSpPr/>
          <p:nvPr/>
        </p:nvSpPr>
        <p:spPr>
          <a:xfrm>
            <a:off x="4741345" y="1348650"/>
            <a:ext cx="2072386" cy="19111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Preprocessed Image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B4EC4A-B972-5EFC-B491-2844520F4A36}"/>
              </a:ext>
            </a:extLst>
          </p:cNvPr>
          <p:cNvSpPr/>
          <p:nvPr/>
        </p:nvSpPr>
        <p:spPr>
          <a:xfrm>
            <a:off x="2547587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K-means clusters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445F7F-68AF-3038-A783-0B247D3105AE}"/>
              </a:ext>
            </a:extLst>
          </p:cNvPr>
          <p:cNvSpPr/>
          <p:nvPr/>
        </p:nvSpPr>
        <p:spPr>
          <a:xfrm>
            <a:off x="4200055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Bright ice pixels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515227-249A-2A21-F568-791C1708DB62}"/>
              </a:ext>
            </a:extLst>
          </p:cNvPr>
          <p:cNvSpPr/>
          <p:nvPr/>
        </p:nvSpPr>
        <p:spPr>
          <a:xfrm>
            <a:off x="2547587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Adaptive Binarization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506960-F053-0D69-416B-8503D79EB950}"/>
              </a:ext>
            </a:extLst>
          </p:cNvPr>
          <p:cNvSpPr/>
          <p:nvPr/>
        </p:nvSpPr>
        <p:spPr>
          <a:xfrm>
            <a:off x="5852523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F39878-9776-9107-D6AA-C737E91E606C}"/>
              </a:ext>
            </a:extLst>
          </p:cNvPr>
          <p:cNvSpPr/>
          <p:nvPr/>
        </p:nvSpPr>
        <p:spPr>
          <a:xfrm>
            <a:off x="7492150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E400B68-EFDF-07EE-6D13-A4B0BA99F4F5}"/>
              </a:ext>
            </a:extLst>
          </p:cNvPr>
          <p:cNvSpPr/>
          <p:nvPr/>
        </p:nvSpPr>
        <p:spPr>
          <a:xfrm>
            <a:off x="5852523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D82967-BAC7-BCE9-FF4D-919000281B10}"/>
              </a:ext>
            </a:extLst>
          </p:cNvPr>
          <p:cNvSpPr/>
          <p:nvPr/>
        </p:nvSpPr>
        <p:spPr>
          <a:xfrm>
            <a:off x="7504992" y="3360821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B1FC49-AD0F-2404-8196-9D838314F81C}"/>
              </a:ext>
            </a:extLst>
          </p:cNvPr>
          <p:cNvSpPr/>
          <p:nvPr/>
        </p:nvSpPr>
        <p:spPr>
          <a:xfrm>
            <a:off x="6909331" y="1348650"/>
            <a:ext cx="2096107" cy="19111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Merged Floes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B28634-F3F3-13F5-E25C-529A7DF7227C}"/>
              </a:ext>
            </a:extLst>
          </p:cNvPr>
          <p:cNvSpPr/>
          <p:nvPr/>
        </p:nvSpPr>
        <p:spPr>
          <a:xfrm>
            <a:off x="4212896" y="4829889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Intersection with ice / cloud masks</a:t>
            </a:r>
          </a:p>
        </p:txBody>
      </p:sp>
    </p:spTree>
    <p:extLst>
      <p:ext uri="{BB962C8B-B14F-4D97-AF65-F5344CB8AC3E}">
        <p14:creationId xmlns:p14="http://schemas.microsoft.com/office/powerpoint/2010/main" val="123236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437905-DAC4-774E-EA8D-B3E2A66F0E0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9</a:t>
            </a:r>
          </a:p>
        </p:txBody>
      </p:sp>
    </p:spTree>
    <p:extLst>
      <p:ext uri="{BB962C8B-B14F-4D97-AF65-F5344CB8AC3E}">
        <p14:creationId xmlns:p14="http://schemas.microsoft.com/office/powerpoint/2010/main" val="2575881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02841-7EFF-E887-B3F0-88612C56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1EFD7-DB55-746B-CBE0-63FC7113EBB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10</a:t>
            </a:r>
          </a:p>
        </p:txBody>
      </p:sp>
    </p:spTree>
    <p:extLst>
      <p:ext uri="{BB962C8B-B14F-4D97-AF65-F5344CB8AC3E}">
        <p14:creationId xmlns:p14="http://schemas.microsoft.com/office/powerpoint/2010/main" val="343353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13750</TotalTime>
  <Words>166</Words>
  <Application>Microsoft Macintosh PowerPoint</Application>
  <PresentationFormat>Widescreen</PresentationFormat>
  <Paragraphs>74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Watkins, Daniel</dc:creator>
  <cp:lastModifiedBy>Watkins, Daniel</cp:lastModifiedBy>
  <cp:revision>6</cp:revision>
  <dcterms:created xsi:type="dcterms:W3CDTF">2026-07-06T21:16:38Z</dcterms:created>
  <dcterms:modified xsi:type="dcterms:W3CDTF">2026-07-24T13:46:23Z</dcterms:modified>
</cp:coreProperties>
</file>